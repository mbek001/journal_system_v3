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2"/>
  </p:sldMasterIdLst>
  <p:notesMasterIdLst>
    <p:notesMasterId r:id="rId4"/>
  </p:notesMasterIdLst>
  <p:handoutMasterIdLst>
    <p:handoutMasterId r:id="rId5"/>
  </p:handoutMasterIdLst>
  <p:sldIdLst>
    <p:sldId id="261" r:id="rId3"/>
  </p:sldIdLst>
  <p:sldSz cx="10691813" cy="7559675"/>
  <p:notesSz cx="6858000" cy="9144000"/>
  <p:defaultTextStyle>
    <a:defPPr>
      <a:defRPr lang="en-US"/>
    </a:defPPr>
    <a:lvl1pPr marL="0" algn="l" defTabSz="1025205" rtl="0" eaLnBrk="1" latinLnBrk="0" hangingPunct="1">
      <a:defRPr sz="2013" kern="1200">
        <a:solidFill>
          <a:schemeClr val="tx1"/>
        </a:solidFill>
        <a:latin typeface="+mn-lt"/>
        <a:ea typeface="+mn-ea"/>
        <a:cs typeface="+mn-cs"/>
      </a:defRPr>
    </a:lvl1pPr>
    <a:lvl2pPr marL="512602" algn="l" defTabSz="1025205" rtl="0" eaLnBrk="1" latinLnBrk="0" hangingPunct="1">
      <a:defRPr sz="2013" kern="1200">
        <a:solidFill>
          <a:schemeClr val="tx1"/>
        </a:solidFill>
        <a:latin typeface="+mn-lt"/>
        <a:ea typeface="+mn-ea"/>
        <a:cs typeface="+mn-cs"/>
      </a:defRPr>
    </a:lvl2pPr>
    <a:lvl3pPr marL="1025205" algn="l" defTabSz="1025205" rtl="0" eaLnBrk="1" latinLnBrk="0" hangingPunct="1">
      <a:defRPr sz="2013" kern="1200">
        <a:solidFill>
          <a:schemeClr val="tx1"/>
        </a:solidFill>
        <a:latin typeface="+mn-lt"/>
        <a:ea typeface="+mn-ea"/>
        <a:cs typeface="+mn-cs"/>
      </a:defRPr>
    </a:lvl3pPr>
    <a:lvl4pPr marL="1537809" algn="l" defTabSz="1025205" rtl="0" eaLnBrk="1" latinLnBrk="0" hangingPunct="1">
      <a:defRPr sz="2013" kern="1200">
        <a:solidFill>
          <a:schemeClr val="tx1"/>
        </a:solidFill>
        <a:latin typeface="+mn-lt"/>
        <a:ea typeface="+mn-ea"/>
        <a:cs typeface="+mn-cs"/>
      </a:defRPr>
    </a:lvl4pPr>
    <a:lvl5pPr marL="2050411" algn="l" defTabSz="1025205" rtl="0" eaLnBrk="1" latinLnBrk="0" hangingPunct="1">
      <a:defRPr sz="2013" kern="1200">
        <a:solidFill>
          <a:schemeClr val="tx1"/>
        </a:solidFill>
        <a:latin typeface="+mn-lt"/>
        <a:ea typeface="+mn-ea"/>
        <a:cs typeface="+mn-cs"/>
      </a:defRPr>
    </a:lvl5pPr>
    <a:lvl6pPr marL="2563014" algn="l" defTabSz="1025205" rtl="0" eaLnBrk="1" latinLnBrk="0" hangingPunct="1">
      <a:defRPr sz="2013" kern="1200">
        <a:solidFill>
          <a:schemeClr val="tx1"/>
        </a:solidFill>
        <a:latin typeface="+mn-lt"/>
        <a:ea typeface="+mn-ea"/>
        <a:cs typeface="+mn-cs"/>
      </a:defRPr>
    </a:lvl6pPr>
    <a:lvl7pPr marL="3075616" algn="l" defTabSz="1025205" rtl="0" eaLnBrk="1" latinLnBrk="0" hangingPunct="1">
      <a:defRPr sz="2013" kern="1200">
        <a:solidFill>
          <a:schemeClr val="tx1"/>
        </a:solidFill>
        <a:latin typeface="+mn-lt"/>
        <a:ea typeface="+mn-ea"/>
        <a:cs typeface="+mn-cs"/>
      </a:defRPr>
    </a:lvl7pPr>
    <a:lvl8pPr marL="3588219" algn="l" defTabSz="1025205" rtl="0" eaLnBrk="1" latinLnBrk="0" hangingPunct="1">
      <a:defRPr sz="2013" kern="1200">
        <a:solidFill>
          <a:schemeClr val="tx1"/>
        </a:solidFill>
        <a:latin typeface="+mn-lt"/>
        <a:ea typeface="+mn-ea"/>
        <a:cs typeface="+mn-cs"/>
      </a:defRPr>
    </a:lvl8pPr>
    <a:lvl9pPr marL="4100822" algn="l" defTabSz="1025205" rtl="0" eaLnBrk="1" latinLnBrk="0" hangingPunct="1">
      <a:defRPr sz="201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" userDrawn="1">
          <p15:clr>
            <a:srgbClr val="A4A3A4"/>
          </p15:clr>
        </p15:guide>
        <p15:guide id="2" orient="horz" pos="4668" userDrawn="1">
          <p15:clr>
            <a:srgbClr val="A4A3A4"/>
          </p15:clr>
        </p15:guide>
        <p15:guide id="3" orient="horz" pos="2381" userDrawn="1">
          <p15:clr>
            <a:srgbClr val="A4A3A4"/>
          </p15:clr>
        </p15:guide>
        <p15:guide id="4" pos="3368" userDrawn="1">
          <p15:clr>
            <a:srgbClr val="A4A3A4"/>
          </p15:clr>
        </p15:guide>
        <p15:guide id="5" pos="153" userDrawn="1">
          <p15:clr>
            <a:srgbClr val="A4A3A4"/>
          </p15:clr>
        </p15:guide>
        <p15:guide id="6" pos="65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55E"/>
    <a:srgbClr val="D0794D"/>
    <a:srgbClr val="EB8F14"/>
    <a:srgbClr val="EB6436"/>
    <a:srgbClr val="083D84"/>
    <a:srgbClr val="2272A2"/>
    <a:srgbClr val="24AEE6"/>
    <a:srgbClr val="2898D0"/>
    <a:srgbClr val="F0FAFD"/>
    <a:srgbClr val="B5D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950" autoAdjust="0"/>
  </p:normalViewPr>
  <p:slideViewPr>
    <p:cSldViewPr showGuides="1">
      <p:cViewPr varScale="1">
        <p:scale>
          <a:sx n="46" d="100"/>
          <a:sy n="46" d="100"/>
        </p:scale>
        <p:origin x="1296" y="48"/>
      </p:cViewPr>
      <p:guideLst>
        <p:guide orient="horz" pos="113"/>
        <p:guide orient="horz" pos="4668"/>
        <p:guide orient="horz" pos="2381"/>
        <p:guide pos="3368"/>
        <p:guide pos="153"/>
        <p:guide pos="658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2" d="100"/>
          <a:sy n="82" d="100"/>
        </p:scale>
        <p:origin x="1200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k bb" userId="e00baf5f413ba111" providerId="LiveId" clId="{410B75B5-14FC-46B8-A65C-A9B4C3C2A936}"/>
    <pc:docChg chg="custSel modSld">
      <pc:chgData name="bek bb" userId="e00baf5f413ba111" providerId="LiveId" clId="{410B75B5-14FC-46B8-A65C-A9B4C3C2A936}" dt="2025-09-21T02:50:34.576" v="3" actId="21"/>
      <pc:docMkLst>
        <pc:docMk/>
      </pc:docMkLst>
      <pc:sldChg chg="delSp mod">
        <pc:chgData name="bek bb" userId="e00baf5f413ba111" providerId="LiveId" clId="{410B75B5-14FC-46B8-A65C-A9B4C3C2A936}" dt="2025-09-21T02:50:34.576" v="3" actId="21"/>
        <pc:sldMkLst>
          <pc:docMk/>
          <pc:sldMk cId="1923134680" sldId="261"/>
        </pc:sldMkLst>
        <pc:spChg chg="del">
          <ac:chgData name="bek bb" userId="e00baf5f413ba111" providerId="LiveId" clId="{410B75B5-14FC-46B8-A65C-A9B4C3C2A936}" dt="2025-09-21T02:16:45.394" v="0" actId="21"/>
          <ac:spMkLst>
            <pc:docMk/>
            <pc:sldMk cId="1923134680" sldId="261"/>
            <ac:spMk id="64" creationId="{1C766A3C-A68A-4DCF-9A74-4F45F3C0D859}"/>
          </ac:spMkLst>
        </pc:spChg>
        <pc:spChg chg="del">
          <ac:chgData name="bek bb" userId="e00baf5f413ba111" providerId="LiveId" clId="{410B75B5-14FC-46B8-A65C-A9B4C3C2A936}" dt="2025-09-21T02:16:53.570" v="1" actId="21"/>
          <ac:spMkLst>
            <pc:docMk/>
            <pc:sldMk cId="1923134680" sldId="261"/>
            <ac:spMk id="65" creationId="{97C076CE-CEB8-4008-9520-7B9743DDA3D5}"/>
          </ac:spMkLst>
        </pc:spChg>
        <pc:spChg chg="del">
          <ac:chgData name="bek bb" userId="e00baf5f413ba111" providerId="LiveId" clId="{410B75B5-14FC-46B8-A65C-A9B4C3C2A936}" dt="2025-09-21T02:50:34.576" v="3" actId="21"/>
          <ac:spMkLst>
            <pc:docMk/>
            <pc:sldMk cId="1923134680" sldId="261"/>
            <ac:spMk id="85" creationId="{2D800665-EDBA-4ECE-9184-565D673C7636}"/>
          </ac:spMkLst>
        </pc:spChg>
        <pc:picChg chg="del">
          <ac:chgData name="bek bb" userId="e00baf5f413ba111" providerId="LiveId" clId="{410B75B5-14FC-46B8-A65C-A9B4C3C2A936}" dt="2025-09-21T02:50:30.936" v="2" actId="21"/>
          <ac:picMkLst>
            <pc:docMk/>
            <pc:sldMk cId="1923134680" sldId="261"/>
            <ac:picMk id="7" creationId="{A60DA7FE-E208-4B56-92AF-E4BC75D029D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B1E1D-1656-4BF3-B39D-523606D6DB44}" type="datetimeFigureOut">
              <a:rPr lang="ru-RU" smtClean="0"/>
              <a:t>21.09.2025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149B6-8CC3-4B9A-BCBF-5AF8A7649FF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1268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FC044-1321-463A-86E8-35D85A959797}" type="datetimeFigureOut">
              <a:rPr lang="ru-RU" smtClean="0"/>
              <a:t>21.09.2025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A99EE-A2C0-4BE5-BB96-1FDEE1D6095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883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20127" rtl="0" eaLnBrk="1" latinLnBrk="0" hangingPunct="1">
      <a:defRPr sz="1208" kern="1200">
        <a:solidFill>
          <a:schemeClr val="tx1"/>
        </a:solidFill>
        <a:latin typeface="+mn-lt"/>
        <a:ea typeface="+mn-ea"/>
        <a:cs typeface="+mn-cs"/>
      </a:defRPr>
    </a:lvl1pPr>
    <a:lvl2pPr marL="460064" algn="l" defTabSz="920127" rtl="0" eaLnBrk="1" latinLnBrk="0" hangingPunct="1">
      <a:defRPr sz="1208" kern="1200">
        <a:solidFill>
          <a:schemeClr val="tx1"/>
        </a:solidFill>
        <a:latin typeface="+mn-lt"/>
        <a:ea typeface="+mn-ea"/>
        <a:cs typeface="+mn-cs"/>
      </a:defRPr>
    </a:lvl2pPr>
    <a:lvl3pPr marL="920127" algn="l" defTabSz="920127" rtl="0" eaLnBrk="1" latinLnBrk="0" hangingPunct="1">
      <a:defRPr sz="1208" kern="1200">
        <a:solidFill>
          <a:schemeClr val="tx1"/>
        </a:solidFill>
        <a:latin typeface="+mn-lt"/>
        <a:ea typeface="+mn-ea"/>
        <a:cs typeface="+mn-cs"/>
      </a:defRPr>
    </a:lvl3pPr>
    <a:lvl4pPr marL="1380191" algn="l" defTabSz="920127" rtl="0" eaLnBrk="1" latinLnBrk="0" hangingPunct="1">
      <a:defRPr sz="1208" kern="1200">
        <a:solidFill>
          <a:schemeClr val="tx1"/>
        </a:solidFill>
        <a:latin typeface="+mn-lt"/>
        <a:ea typeface="+mn-ea"/>
        <a:cs typeface="+mn-cs"/>
      </a:defRPr>
    </a:lvl4pPr>
    <a:lvl5pPr marL="1840254" algn="l" defTabSz="920127" rtl="0" eaLnBrk="1" latinLnBrk="0" hangingPunct="1">
      <a:defRPr sz="1208" kern="1200">
        <a:solidFill>
          <a:schemeClr val="tx1"/>
        </a:solidFill>
        <a:latin typeface="+mn-lt"/>
        <a:ea typeface="+mn-ea"/>
        <a:cs typeface="+mn-cs"/>
      </a:defRPr>
    </a:lvl5pPr>
    <a:lvl6pPr marL="2300318" algn="l" defTabSz="920127" rtl="0" eaLnBrk="1" latinLnBrk="0" hangingPunct="1">
      <a:defRPr sz="1208" kern="1200">
        <a:solidFill>
          <a:schemeClr val="tx1"/>
        </a:solidFill>
        <a:latin typeface="+mn-lt"/>
        <a:ea typeface="+mn-ea"/>
        <a:cs typeface="+mn-cs"/>
      </a:defRPr>
    </a:lvl6pPr>
    <a:lvl7pPr marL="2760381" algn="l" defTabSz="920127" rtl="0" eaLnBrk="1" latinLnBrk="0" hangingPunct="1">
      <a:defRPr sz="1208" kern="1200">
        <a:solidFill>
          <a:schemeClr val="tx1"/>
        </a:solidFill>
        <a:latin typeface="+mn-lt"/>
        <a:ea typeface="+mn-ea"/>
        <a:cs typeface="+mn-cs"/>
      </a:defRPr>
    </a:lvl7pPr>
    <a:lvl8pPr marL="3220445" algn="l" defTabSz="920127" rtl="0" eaLnBrk="1" latinLnBrk="0" hangingPunct="1">
      <a:defRPr sz="1208" kern="1200">
        <a:solidFill>
          <a:schemeClr val="tx1"/>
        </a:solidFill>
        <a:latin typeface="+mn-lt"/>
        <a:ea typeface="+mn-ea"/>
        <a:cs typeface="+mn-cs"/>
      </a:defRPr>
    </a:lvl8pPr>
    <a:lvl9pPr marL="3680508" algn="l" defTabSz="920127" rtl="0" eaLnBrk="1" latinLnBrk="0" hangingPunct="1">
      <a:defRPr sz="12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9899" y="-9334"/>
            <a:ext cx="10721985" cy="7578343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1972" y="2650553"/>
            <a:ext cx="681301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1972" y="4465295"/>
            <a:ext cx="6813013" cy="120912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110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740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2977208"/>
            <a:ext cx="7422198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90673"/>
            <a:ext cx="7422198" cy="948432"/>
          </a:xfrm>
        </p:spPr>
        <p:txBody>
          <a:bodyPr anchor="t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455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8" y="671971"/>
            <a:ext cx="7422197" cy="1455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2788" y="2381649"/>
            <a:ext cx="3610836" cy="4277832"/>
          </a:xfrm>
        </p:spPr>
        <p:txBody>
          <a:bodyPr>
            <a:normAutofit/>
          </a:bodyPr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24148" y="2381651"/>
            <a:ext cx="3610837" cy="4277834"/>
          </a:xfrm>
        </p:spPr>
        <p:txBody>
          <a:bodyPr>
            <a:normAutofit/>
          </a:bodyPr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4120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7" y="671971"/>
            <a:ext cx="7422196" cy="1455937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2382084"/>
            <a:ext cx="3613833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786" y="3017307"/>
            <a:ext cx="3613833" cy="364217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21149" y="2382084"/>
            <a:ext cx="3613833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21149" y="3017307"/>
            <a:ext cx="3613833" cy="364217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524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671971"/>
            <a:ext cx="7422197" cy="1455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3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326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1651933"/>
            <a:ext cx="3262479" cy="1409272"/>
          </a:xfrm>
        </p:spPr>
        <p:txBody>
          <a:bodyPr anchor="b">
            <a:normAutofit/>
          </a:bodyPr>
          <a:lstStyle>
            <a:lvl1pPr>
              <a:defRPr sz="220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789" y="567610"/>
            <a:ext cx="3959194" cy="609187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786" y="3061205"/>
            <a:ext cx="3262479" cy="2848876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506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5291772"/>
            <a:ext cx="7422197" cy="624724"/>
          </a:xfrm>
        </p:spPr>
        <p:txBody>
          <a:bodyPr anchor="b">
            <a:normAutofit/>
          </a:bodyPr>
          <a:lstStyle>
            <a:lvl1pPr algn="l">
              <a:defRPr sz="2646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2786" y="671971"/>
            <a:ext cx="7422197" cy="423919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786" y="5916496"/>
            <a:ext cx="7422197" cy="742987"/>
          </a:xfrm>
        </p:spPr>
        <p:txBody>
          <a:bodyPr>
            <a:normAutofit/>
          </a:bodyPr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85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8" y="671971"/>
            <a:ext cx="7422197" cy="3751839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8" y="4927788"/>
            <a:ext cx="7422197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281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050" y="671971"/>
            <a:ext cx="710002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87454" y="4003828"/>
            <a:ext cx="6337219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27788"/>
            <a:ext cx="7422198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64420" y="871246"/>
            <a:ext cx="534730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9888" y="3181894"/>
            <a:ext cx="534730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9969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2129659"/>
            <a:ext cx="7422198" cy="2861014"/>
          </a:xfrm>
        </p:spPr>
        <p:txBody>
          <a:bodyPr anchor="b">
            <a:normAutofit/>
          </a:bodyPr>
          <a:lstStyle>
            <a:lvl1pPr algn="l">
              <a:defRPr sz="485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90673"/>
            <a:ext cx="7422198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084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050" y="671971"/>
            <a:ext cx="710002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2784" y="4423810"/>
            <a:ext cx="7422200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90673"/>
            <a:ext cx="7422198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64420" y="871246"/>
            <a:ext cx="534730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9888" y="3181894"/>
            <a:ext cx="534730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5200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94" y="671971"/>
            <a:ext cx="7414890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2784" y="4423810"/>
            <a:ext cx="7422200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90673"/>
            <a:ext cx="7422198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3756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7450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9097" y="671972"/>
            <a:ext cx="1144496" cy="5788752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2786" y="671972"/>
            <a:ext cx="6074393" cy="578875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2858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Грамо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1158281" y="1613368"/>
            <a:ext cx="8375254" cy="530149"/>
          </a:xfrm>
        </p:spPr>
        <p:txBody>
          <a:bodyPr lIns="91440" tIns="45720" rIns="91440" bIns="4572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3527" i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804"/>
            </a:lvl2pPr>
            <a:lvl3pPr marL="0" indent="0" algn="ctr">
              <a:spcBef>
                <a:spcPts val="0"/>
              </a:spcBef>
              <a:buNone/>
              <a:defRPr sz="1804"/>
            </a:lvl3pPr>
            <a:lvl4pPr marL="0" indent="0" algn="ctr">
              <a:spcBef>
                <a:spcPts val="0"/>
              </a:spcBef>
              <a:buNone/>
              <a:defRPr sz="1804"/>
            </a:lvl4pPr>
            <a:lvl5pPr marL="0" indent="0" algn="ctr">
              <a:spcBef>
                <a:spcPts val="0"/>
              </a:spcBef>
              <a:buNone/>
              <a:defRPr sz="1804"/>
            </a:lvl5pPr>
          </a:lstStyle>
          <a:p>
            <a:pPr lvl="0"/>
            <a:r>
              <a:rPr lang="ru-RU" dirty="0"/>
              <a:t>Тип грамоты</a:t>
            </a:r>
          </a:p>
        </p:txBody>
      </p:sp>
      <p:sp>
        <p:nvSpPr>
          <p:cNvPr id="20" name="Текст 7"/>
          <p:cNvSpPr>
            <a:spLocks noGrp="1"/>
          </p:cNvSpPr>
          <p:nvPr>
            <p:ph type="body" sz="quarter" idx="19" hasCustomPrompt="1"/>
          </p:nvPr>
        </p:nvSpPr>
        <p:spPr>
          <a:xfrm>
            <a:off x="1158281" y="4179151"/>
            <a:ext cx="8375254" cy="359223"/>
          </a:xfrm>
        </p:spPr>
        <p:txBody>
          <a:bodyPr lIns="91440" tIns="45720" rIns="91440" bIns="4572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984" i="0" cap="all" baseline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804"/>
            </a:lvl2pPr>
            <a:lvl3pPr marL="0" indent="0" algn="ctr">
              <a:spcBef>
                <a:spcPts val="0"/>
              </a:spcBef>
              <a:buNone/>
              <a:defRPr sz="1804"/>
            </a:lvl3pPr>
            <a:lvl4pPr marL="0" indent="0" algn="ctr">
              <a:spcBef>
                <a:spcPts val="0"/>
              </a:spcBef>
              <a:buNone/>
              <a:defRPr sz="1804"/>
            </a:lvl4pPr>
            <a:lvl5pPr marL="0" indent="0" algn="ctr">
              <a:spcBef>
                <a:spcPts val="0"/>
              </a:spcBef>
              <a:buNone/>
              <a:defRPr sz="1804"/>
            </a:lvl5pPr>
          </a:lstStyle>
          <a:p>
            <a:pPr lvl="0"/>
            <a:r>
              <a:rPr lang="ru-RU" dirty="0"/>
              <a:t>[Опишите заслуги или причину награждения]</a:t>
            </a:r>
          </a:p>
        </p:txBody>
      </p:sp>
      <p:sp>
        <p:nvSpPr>
          <p:cNvPr id="9" name="Текст 7"/>
          <p:cNvSpPr>
            <a:spLocks noGrp="1"/>
          </p:cNvSpPr>
          <p:nvPr>
            <p:ph type="body" sz="quarter" idx="11" hasCustomPrompt="1"/>
          </p:nvPr>
        </p:nvSpPr>
        <p:spPr>
          <a:xfrm>
            <a:off x="1158281" y="3251474"/>
            <a:ext cx="8375254" cy="815259"/>
          </a:xfrm>
        </p:spPr>
        <p:txBody>
          <a:bodyPr lIns="91440" tIns="45720" rIns="91440" bIns="4572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952" b="0" baseline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804"/>
            </a:lvl2pPr>
            <a:lvl3pPr marL="0" indent="0" algn="ctr">
              <a:spcBef>
                <a:spcPts val="0"/>
              </a:spcBef>
              <a:buNone/>
              <a:defRPr sz="1804"/>
            </a:lvl3pPr>
            <a:lvl4pPr marL="0" indent="0" algn="ctr">
              <a:spcBef>
                <a:spcPts val="0"/>
              </a:spcBef>
              <a:buNone/>
              <a:defRPr sz="1804"/>
            </a:lvl4pPr>
            <a:lvl5pPr marL="0" indent="0" algn="ctr">
              <a:spcBef>
                <a:spcPts val="0"/>
              </a:spcBef>
              <a:buNone/>
              <a:defRPr sz="1804"/>
            </a:lvl5pPr>
          </a:lstStyle>
          <a:p>
            <a:pPr lvl="0"/>
            <a:r>
              <a:rPr lang="ru-RU" dirty="0"/>
              <a:t>Имя получателя</a:t>
            </a:r>
          </a:p>
        </p:txBody>
      </p:sp>
      <p:sp>
        <p:nvSpPr>
          <p:cNvPr id="21" name="Текст 7"/>
          <p:cNvSpPr>
            <a:spLocks noGrp="1"/>
          </p:cNvSpPr>
          <p:nvPr>
            <p:ph type="body" sz="quarter" idx="20" hasCustomPrompt="1"/>
          </p:nvPr>
        </p:nvSpPr>
        <p:spPr>
          <a:xfrm>
            <a:off x="1158281" y="2603889"/>
            <a:ext cx="8375254" cy="578149"/>
          </a:xfrm>
        </p:spPr>
        <p:txBody>
          <a:bodyPr lIns="91440" tIns="45720" rIns="91440" bIns="4572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984" i="0" cap="all" baseline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804"/>
            </a:lvl2pPr>
            <a:lvl3pPr marL="0" indent="0" algn="ctr">
              <a:spcBef>
                <a:spcPts val="0"/>
              </a:spcBef>
              <a:buNone/>
              <a:defRPr sz="1804"/>
            </a:lvl3pPr>
            <a:lvl4pPr marL="0" indent="0" algn="ctr">
              <a:spcBef>
                <a:spcPts val="0"/>
              </a:spcBef>
              <a:buNone/>
              <a:defRPr sz="1804"/>
            </a:lvl4pPr>
            <a:lvl5pPr marL="0" indent="0" algn="ctr">
              <a:spcBef>
                <a:spcPts val="0"/>
              </a:spcBef>
              <a:buNone/>
              <a:defRPr sz="1804"/>
            </a:lvl5pPr>
          </a:lstStyle>
          <a:p>
            <a:pPr lvl="0"/>
            <a:r>
              <a:rPr lang="ru-RU" dirty="0"/>
              <a:t>[Добавьте свой текст, например «Эта грамота подтверждает, что»]</a:t>
            </a:r>
          </a:p>
        </p:txBody>
      </p:sp>
      <p:sp>
        <p:nvSpPr>
          <p:cNvPr id="18" name="Текст 7"/>
          <p:cNvSpPr>
            <a:spLocks noGrp="1"/>
          </p:cNvSpPr>
          <p:nvPr>
            <p:ph type="body" sz="quarter" idx="17" hasCustomPrompt="1"/>
          </p:nvPr>
        </p:nvSpPr>
        <p:spPr>
          <a:xfrm>
            <a:off x="1711365" y="5751283"/>
            <a:ext cx="3474839" cy="296458"/>
          </a:xfrm>
        </p:spPr>
        <p:txBody>
          <a:bodyPr lIns="91440" tIns="0" rIns="9144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882" b="0" i="0" cap="all" baseline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804"/>
            </a:lvl2pPr>
            <a:lvl3pPr marL="0" indent="0" algn="ctr">
              <a:spcBef>
                <a:spcPts val="0"/>
              </a:spcBef>
              <a:buNone/>
              <a:defRPr sz="1804"/>
            </a:lvl3pPr>
            <a:lvl4pPr marL="0" indent="0" algn="ctr">
              <a:spcBef>
                <a:spcPts val="0"/>
              </a:spcBef>
              <a:buNone/>
              <a:defRPr sz="1804"/>
            </a:lvl4pPr>
            <a:lvl5pPr marL="0" indent="0" algn="ctr">
              <a:spcBef>
                <a:spcPts val="0"/>
              </a:spcBef>
              <a:buNone/>
              <a:defRPr sz="1804"/>
            </a:lvl5pPr>
          </a:lstStyle>
          <a:p>
            <a:pPr lvl="0"/>
            <a:r>
              <a:rPr lang="ru-RU" dirty="0"/>
              <a:t>Имя и должность докладчика</a:t>
            </a:r>
          </a:p>
        </p:txBody>
      </p:sp>
      <p:sp>
        <p:nvSpPr>
          <p:cNvPr id="30" name="Текст 7"/>
          <p:cNvSpPr>
            <a:spLocks noGrp="1"/>
          </p:cNvSpPr>
          <p:nvPr>
            <p:ph type="body" sz="quarter" idx="21" hasCustomPrompt="1"/>
          </p:nvPr>
        </p:nvSpPr>
        <p:spPr>
          <a:xfrm>
            <a:off x="5526196" y="5751283"/>
            <a:ext cx="3472746" cy="296458"/>
          </a:xfrm>
        </p:spPr>
        <p:txBody>
          <a:bodyPr lIns="91440" tIns="0" rIns="9144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882" b="0" i="0" cap="all" baseline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804"/>
            </a:lvl2pPr>
            <a:lvl3pPr marL="0" indent="0" algn="ctr">
              <a:spcBef>
                <a:spcPts val="0"/>
              </a:spcBef>
              <a:buNone/>
              <a:defRPr sz="1804"/>
            </a:lvl3pPr>
            <a:lvl4pPr marL="0" indent="0" algn="ctr">
              <a:spcBef>
                <a:spcPts val="0"/>
              </a:spcBef>
              <a:buNone/>
              <a:defRPr sz="1804"/>
            </a:lvl4pPr>
            <a:lvl5pPr marL="0" indent="0" algn="ctr">
              <a:spcBef>
                <a:spcPts val="0"/>
              </a:spcBef>
              <a:buNone/>
              <a:defRPr sz="1804"/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2" name="Пояснительный текст"/>
          <p:cNvSpPr/>
          <p:nvPr userDrawn="1"/>
        </p:nvSpPr>
        <p:spPr>
          <a:xfrm>
            <a:off x="10934808" y="0"/>
            <a:ext cx="1781969" cy="7559675"/>
          </a:xfrm>
          <a:prstGeom prst="roundRect">
            <a:avLst>
              <a:gd name="adj" fmla="val 6795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632" tIns="45816" rIns="91632" bIns="4581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87784">
              <a:spcBef>
                <a:spcPts val="1203"/>
              </a:spcBef>
              <a:buNone/>
            </a:pPr>
            <a:r>
              <a:rPr lang="ru-RU" sz="1301" b="1" i="1" dirty="0">
                <a:latin typeface="Arial"/>
                <a:ea typeface="+mn-ea"/>
                <a:cs typeface="Arial"/>
              </a:rPr>
              <a:t>Примечание </a:t>
            </a:r>
          </a:p>
          <a:p>
            <a:pPr algn="l" defTabSz="987784">
              <a:spcBef>
                <a:spcPts val="1203"/>
              </a:spcBef>
              <a:buNone/>
            </a:pPr>
            <a:r>
              <a:rPr lang="ru-RU" sz="1301" b="1" i="1" dirty="0">
                <a:latin typeface="Arial"/>
                <a:ea typeface="+mn-ea"/>
                <a:cs typeface="Arial"/>
              </a:rPr>
              <a:t>Эта грамота предназначена для печати. Прежде чем печатать ее на картоне, проверьте, правильно ли вы разместили лист. Для этого загрузите обычную бумагу.</a:t>
            </a:r>
          </a:p>
          <a:p>
            <a:pPr algn="l" defTabSz="987784">
              <a:spcBef>
                <a:spcPts val="1203"/>
              </a:spcBef>
              <a:buNone/>
            </a:pPr>
            <a:r>
              <a:rPr lang="ru-RU" sz="1301" b="1" i="1" dirty="0">
                <a:latin typeface="Arial"/>
                <a:ea typeface="+mn-ea"/>
                <a:cs typeface="Arial"/>
              </a:rPr>
              <a:t>Возможно, вам придется снять флажок «Вместить в размер листа» в диалоговом окне «Печать» (раскрывающийся список «Слайды размером во всю страницу»).</a:t>
            </a:r>
          </a:p>
        </p:txBody>
      </p:sp>
    </p:spTree>
    <p:extLst>
      <p:ext uri="{BB962C8B-B14F-4D97-AF65-F5344CB8AC3E}">
        <p14:creationId xmlns:p14="http://schemas.microsoft.com/office/powerpoint/2010/main" val="98875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9900" y="-9334"/>
            <a:ext cx="10721986" cy="7578343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2787" y="671971"/>
            <a:ext cx="7422196" cy="14559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2381651"/>
            <a:ext cx="7422197" cy="4277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20211" y="6659484"/>
            <a:ext cx="79993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DE6FC-D800-44C9-9F28-4DA3F75C04DF}" type="datetimeFigureOut">
              <a:rPr lang="ru-RU" smtClean="0"/>
              <a:pPr/>
              <a:t>21.09.2025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2787" y="6659484"/>
            <a:ext cx="540550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35572" y="6659484"/>
            <a:ext cx="599413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accent1"/>
                </a:solidFill>
              </a:defRPr>
            </a:lvl1pPr>
          </a:lstStyle>
          <a:p>
            <a:fld id="{BD2FA371-C872-4E76-B1E3-5B0775D37C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902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  <p:sldLayoutId id="2147483871" r:id="rId17"/>
  </p:sldLayoutIdLst>
  <p:txStyles>
    <p:titleStyle>
      <a:lvl1pPr algn="l" defTabSz="503972" rtl="0" eaLnBrk="1" latinLnBrk="0" hangingPunct="1">
        <a:spcBef>
          <a:spcPct val="0"/>
        </a:spcBef>
        <a:buNone/>
        <a:defRPr sz="3968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979" indent="-377979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18954" indent="-314982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59929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763900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267872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11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7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A04425F-E614-4E1F-BFCB-E4A7EBBDA987}"/>
              </a:ext>
            </a:extLst>
          </p:cNvPr>
          <p:cNvSpPr/>
          <p:nvPr/>
        </p:nvSpPr>
        <p:spPr>
          <a:xfrm>
            <a:off x="233338" y="251445"/>
            <a:ext cx="10225136" cy="7056784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D3F2F104-66CE-46D0-9402-565611EE9D16}"/>
              </a:ext>
            </a:extLst>
          </p:cNvPr>
          <p:cNvSpPr/>
          <p:nvPr/>
        </p:nvSpPr>
        <p:spPr>
          <a:xfrm>
            <a:off x="7475957" y="369939"/>
            <a:ext cx="28952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ISSN: 2181-404</a:t>
            </a:r>
            <a:r>
              <a:rPr lang="ru-RU" sz="1400" b="1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</a:t>
            </a:r>
          </a:p>
          <a:p>
            <a:pPr algn="r">
              <a:spcAft>
                <a:spcPts val="0"/>
              </a:spcAft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 Journal 10.56017/2181-404</a:t>
            </a:r>
            <a:r>
              <a:rPr lang="ru-RU" sz="1400" b="1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</a:t>
            </a:r>
          </a:p>
        </p:txBody>
      </p:sp>
      <p:sp>
        <p:nvSpPr>
          <p:cNvPr id="62" name="Текст 7">
            <a:extLst>
              <a:ext uri="{FF2B5EF4-FFF2-40B4-BE49-F238E27FC236}">
                <a16:creationId xmlns:a16="http://schemas.microsoft.com/office/drawing/2014/main" id="{1EA26E13-B0B7-4A85-A67A-E72E1B56C1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6675" y="1339312"/>
            <a:ext cx="9334689" cy="791619"/>
          </a:xfrm>
        </p:spPr>
        <p:txBody>
          <a:bodyPr/>
          <a:lstStyle/>
          <a:p>
            <a:pPr defTabSz="1018023">
              <a:lnSpc>
                <a:spcPct val="90000"/>
              </a:lnSpc>
              <a:spcBef>
                <a:spcPts val="1804"/>
              </a:spcBef>
            </a:pPr>
            <a:r>
              <a:rPr lang="ru-RU" sz="6600" b="1" spc="300" dirty="0">
                <a:solidFill>
                  <a:srgbClr val="1C3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СЕРТИФИКАТ</a:t>
            </a:r>
          </a:p>
        </p:txBody>
      </p:sp>
      <p:sp>
        <p:nvSpPr>
          <p:cNvPr id="63" name="Текст 16">
            <a:extLst>
              <a:ext uri="{FF2B5EF4-FFF2-40B4-BE49-F238E27FC236}">
                <a16:creationId xmlns:a16="http://schemas.microsoft.com/office/drawing/2014/main" id="{833FFA9F-06BA-48FD-B18D-412764E752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24044" y="5146112"/>
            <a:ext cx="2842453" cy="296458"/>
          </a:xfrm>
        </p:spPr>
        <p:txBody>
          <a:bodyPr/>
          <a:lstStyle/>
          <a:p>
            <a:r>
              <a:rPr lang="uz-Cyrl-U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М. Атаджанова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Текст 16">
            <a:extLst>
              <a:ext uri="{FF2B5EF4-FFF2-40B4-BE49-F238E27FC236}">
                <a16:creationId xmlns:a16="http://schemas.microsoft.com/office/drawing/2014/main" id="{DEF1166A-080D-4174-9C21-E3AF07DD24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10839" y="5185203"/>
            <a:ext cx="3147035" cy="467906"/>
          </a:xfrm>
        </p:spPr>
        <p:txBody>
          <a:bodyPr/>
          <a:lstStyle/>
          <a:p>
            <a:r>
              <a:rPr lang="uz-Cyrl-U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Таҳририят бошқарувчи 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z-Cyrl-U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муҳаррири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569D2D59-D0ED-4917-9FA5-4D85559DFC48}"/>
              </a:ext>
            </a:extLst>
          </p:cNvPr>
          <p:cNvSpPr/>
          <p:nvPr/>
        </p:nvSpPr>
        <p:spPr>
          <a:xfrm flipV="1">
            <a:off x="2213225" y="3000180"/>
            <a:ext cx="6768752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Текст 17">
            <a:extLst>
              <a:ext uri="{FF2B5EF4-FFF2-40B4-BE49-F238E27FC236}">
                <a16:creationId xmlns:a16="http://schemas.microsoft.com/office/drawing/2014/main" id="{50C3AE6C-0891-4691-AC59-560CC5D3904B}"/>
              </a:ext>
            </a:extLst>
          </p:cNvPr>
          <p:cNvSpPr txBox="1">
            <a:spLocks/>
          </p:cNvSpPr>
          <p:nvPr/>
        </p:nvSpPr>
        <p:spPr>
          <a:xfrm>
            <a:off x="1074125" y="3887829"/>
            <a:ext cx="9334689" cy="5312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801929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984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801929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801929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801929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801929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304" indent="-200482" algn="l" defTabSz="801929" rtl="0" eaLnBrk="1" latinLnBrk="0" hangingPunct="1">
              <a:lnSpc>
                <a:spcPct val="90000"/>
              </a:lnSpc>
              <a:spcBef>
                <a:spcPts val="439"/>
              </a:spcBef>
              <a:buFont typeface="Arial" panose="020B0604020202020204" pitchFamily="34" charset="0"/>
              <a:buChar char="•"/>
              <a:defRPr sz="1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6269" indent="-200482" algn="l" defTabSz="801929" rtl="0" eaLnBrk="1" latinLnBrk="0" hangingPunct="1">
              <a:lnSpc>
                <a:spcPct val="90000"/>
              </a:lnSpc>
              <a:spcBef>
                <a:spcPts val="439"/>
              </a:spcBef>
              <a:buFont typeface="Arial" panose="020B0604020202020204" pitchFamily="34" charset="0"/>
              <a:buChar char="•"/>
              <a:defRPr sz="1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7233" indent="-200482" algn="l" defTabSz="801929" rtl="0" eaLnBrk="1" latinLnBrk="0" hangingPunct="1">
              <a:lnSpc>
                <a:spcPct val="90000"/>
              </a:lnSpc>
              <a:spcBef>
                <a:spcPts val="439"/>
              </a:spcBef>
              <a:buFont typeface="Arial" panose="020B0604020202020204" pitchFamily="34" charset="0"/>
              <a:buChar char="•"/>
              <a:defRPr sz="1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8197" indent="-200482" algn="l" defTabSz="801929" rtl="0" eaLnBrk="1" latinLnBrk="0" hangingPunct="1">
              <a:lnSpc>
                <a:spcPct val="90000"/>
              </a:lnSpc>
              <a:spcBef>
                <a:spcPts val="439"/>
              </a:spcBef>
              <a:buFont typeface="Arial" panose="020B0604020202020204" pitchFamily="34" charset="0"/>
              <a:buChar char="•"/>
              <a:defRPr sz="1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8023">
              <a:spcBef>
                <a:spcPts val="1804"/>
              </a:spcBef>
            </a:pPr>
            <a:r>
              <a:rPr lang="ru-RU" sz="3200" b="1" spc="600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ТАҚДИРЛАНДИ  </a:t>
            </a:r>
          </a:p>
        </p:txBody>
      </p:sp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C41DAC3E-7B6F-4275-B989-7F759354AD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6514">
            <a:off x="5059173" y="4809723"/>
            <a:ext cx="2153816" cy="1521133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D1564DA8-3777-4212-9C21-56C1C26A8C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216121" y="1530381"/>
            <a:ext cx="1596507" cy="605342"/>
          </a:xfrm>
          <a:prstGeom prst="rect">
            <a:avLst/>
          </a:prstGeom>
        </p:spPr>
      </p:pic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B2EC7258-1E5A-4A83-BD00-B84B8A01C34F}"/>
              </a:ext>
            </a:extLst>
          </p:cNvPr>
          <p:cNvGrpSpPr/>
          <p:nvPr/>
        </p:nvGrpSpPr>
        <p:grpSpPr>
          <a:xfrm rot="16200000">
            <a:off x="9207083" y="3478825"/>
            <a:ext cx="1680355" cy="488207"/>
            <a:chOff x="2273083" y="3402231"/>
            <a:chExt cx="3262002" cy="946559"/>
          </a:xfrm>
        </p:grpSpPr>
        <p:pic>
          <p:nvPicPr>
            <p:cNvPr id="82" name="Рисунок 81">
              <a:extLst>
                <a:ext uri="{FF2B5EF4-FFF2-40B4-BE49-F238E27FC236}">
                  <a16:creationId xmlns:a16="http://schemas.microsoft.com/office/drawing/2014/main" id="{7A79683C-EE86-4363-A267-A82C3888C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3083" y="3402231"/>
              <a:ext cx="945531" cy="945531"/>
            </a:xfrm>
            <a:prstGeom prst="rect">
              <a:avLst/>
            </a:prstGeom>
          </p:spPr>
        </p:pic>
        <p:pic>
          <p:nvPicPr>
            <p:cNvPr id="83" name="Рисунок 82">
              <a:extLst>
                <a:ext uri="{FF2B5EF4-FFF2-40B4-BE49-F238E27FC236}">
                  <a16:creationId xmlns:a16="http://schemas.microsoft.com/office/drawing/2014/main" id="{C3712975-BC3D-4E27-8FB7-0325BE933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062" y="3514791"/>
              <a:ext cx="2234023" cy="833999"/>
            </a:xfrm>
            <a:prstGeom prst="rect">
              <a:avLst/>
            </a:prstGeom>
          </p:spPr>
        </p:pic>
      </p:grp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917989C9-F28A-46B4-8013-384BC8513348}"/>
              </a:ext>
            </a:extLst>
          </p:cNvPr>
          <p:cNvSpPr/>
          <p:nvPr/>
        </p:nvSpPr>
        <p:spPr>
          <a:xfrm>
            <a:off x="2508647" y="6911526"/>
            <a:ext cx="14891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uz-Cyrl-U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ET/5/1168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8F2FB10C-E514-44DD-8FB3-6800348D9E5D}"/>
              </a:ext>
            </a:extLst>
          </p:cNvPr>
          <p:cNvSpPr/>
          <p:nvPr/>
        </p:nvSpPr>
        <p:spPr>
          <a:xfrm>
            <a:off x="2250177" y="5995065"/>
            <a:ext cx="2425783" cy="632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Impact</a:t>
            </a:r>
            <a:r>
              <a:rPr lang="ru-RU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Factor</a:t>
            </a:r>
            <a:endParaRPr lang="ru-RU" sz="1600" b="1" dirty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</a:pPr>
            <a:r>
              <a:rPr lang="ru-RU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UIF 2023 = 7.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ru-RU" sz="1800" b="1" dirty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D4FCF705-6C42-45AD-B56A-F0C934C3F1F6}"/>
              </a:ext>
            </a:extLst>
          </p:cNvPr>
          <p:cNvGrpSpPr/>
          <p:nvPr/>
        </p:nvGrpSpPr>
        <p:grpSpPr>
          <a:xfrm>
            <a:off x="852410" y="416359"/>
            <a:ext cx="1307140" cy="878535"/>
            <a:chOff x="617593" y="889595"/>
            <a:chExt cx="1307140" cy="839092"/>
          </a:xfrm>
        </p:grpSpPr>
        <p:sp>
          <p:nvSpPr>
            <p:cNvPr id="88" name="Прямоугольник 87">
              <a:extLst>
                <a:ext uri="{FF2B5EF4-FFF2-40B4-BE49-F238E27FC236}">
                  <a16:creationId xmlns:a16="http://schemas.microsoft.com/office/drawing/2014/main" id="{90EADE2F-9BAB-46E6-8632-96BFC7DC5596}"/>
                </a:ext>
              </a:extLst>
            </p:cNvPr>
            <p:cNvSpPr/>
            <p:nvPr/>
          </p:nvSpPr>
          <p:spPr>
            <a:xfrm>
              <a:off x="617593" y="1420910"/>
              <a:ext cx="130714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b="1" dirty="0">
                  <a:solidFill>
                    <a:srgbClr val="2D2E82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IMFAKTOR</a:t>
              </a:r>
            </a:p>
          </p:txBody>
        </p:sp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D035BB3F-9A65-4A93-BDF3-BFD693416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426" y="889595"/>
              <a:ext cx="432048" cy="558757"/>
            </a:xfrm>
            <a:prstGeom prst="rect">
              <a:avLst/>
            </a:prstGeom>
          </p:spPr>
        </p:pic>
      </p:grpSp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F5DF45D1-02B8-409F-BF55-E8DE650E8F9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" t="17977" r="-3100" b="74628"/>
          <a:stretch/>
        </p:blipFill>
        <p:spPr>
          <a:xfrm flipV="1">
            <a:off x="1117575" y="81380"/>
            <a:ext cx="8569125" cy="810662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C2C74D89-224B-4A75-B298-3D5D9D0AE55D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388301" y="2405615"/>
            <a:ext cx="7559676" cy="2748446"/>
          </a:xfrm>
          <a:prstGeom prst="rect">
            <a:avLst/>
          </a:prstGeom>
          <a:effectLst>
            <a:outerShdw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9" name="Текст 16">
            <a:extLst>
              <a:ext uri="{FF2B5EF4-FFF2-40B4-BE49-F238E27FC236}">
                <a16:creationId xmlns:a16="http://schemas.microsoft.com/office/drawing/2014/main" id="{65AF4DB7-B108-43B9-A29C-106A4764E46E}"/>
              </a:ext>
            </a:extLst>
          </p:cNvPr>
          <p:cNvSpPr txBox="1">
            <a:spLocks/>
          </p:cNvSpPr>
          <p:nvPr/>
        </p:nvSpPr>
        <p:spPr>
          <a:xfrm rot="16200000">
            <a:off x="8955160" y="5798781"/>
            <a:ext cx="1927997" cy="794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503972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984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503972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ctr" defTabSz="503972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ctr" defTabSz="503972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ctr" defTabSz="503972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503972" rtl="0" eaLnBrk="1" latinLnBrk="0" hangingPunct="1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2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503972" rtl="0" eaLnBrk="1" latinLnBrk="0" hangingPunct="1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2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503972" rtl="0" eaLnBrk="1" latinLnBrk="0" hangingPunct="1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2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503972" rtl="0" eaLnBrk="1" latinLnBrk="0" hangingPunct="1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2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z-Cyrl-UZ" sz="6000" b="1" dirty="0">
                <a:solidFill>
                  <a:srgbClr val="D0794D">
                    <a:alpha val="21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6000" b="1" dirty="0">
                <a:solidFill>
                  <a:srgbClr val="D0794D">
                    <a:alpha val="21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sz="6000" b="1" dirty="0">
              <a:solidFill>
                <a:srgbClr val="D0794D">
                  <a:alpha val="21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13468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Certificate of Achievement">
      <a:dk1>
        <a:sysClr val="windowText" lastClr="000000"/>
      </a:dk1>
      <a:lt1>
        <a:sysClr val="window" lastClr="FFFFFF"/>
      </a:lt1>
      <a:dk2>
        <a:srgbClr val="404040"/>
      </a:dk2>
      <a:lt2>
        <a:srgbClr val="DBEEF4"/>
      </a:lt2>
      <a:accent1>
        <a:srgbClr val="009444"/>
      </a:accent1>
      <a:accent2>
        <a:srgbClr val="1C75BC"/>
      </a:accent2>
      <a:accent3>
        <a:srgbClr val="F15649"/>
      </a:accent3>
      <a:accent4>
        <a:srgbClr val="C18447"/>
      </a:accent4>
      <a:accent5>
        <a:srgbClr val="5F5F5F"/>
      </a:accent5>
      <a:accent6>
        <a:srgbClr val="F8DF4A"/>
      </a:accent6>
      <a:hlink>
        <a:srgbClr val="4BB9B4"/>
      </a:hlink>
      <a:folHlink>
        <a:srgbClr val="A6A6A6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ertificate of Achievement">
      <a:dk1>
        <a:sysClr val="windowText" lastClr="000000"/>
      </a:dk1>
      <a:lt1>
        <a:sysClr val="window" lastClr="FFFFFF"/>
      </a:lt1>
      <a:dk2>
        <a:srgbClr val="404040"/>
      </a:dk2>
      <a:lt2>
        <a:srgbClr val="DBEEF4"/>
      </a:lt2>
      <a:accent1>
        <a:srgbClr val="009444"/>
      </a:accent1>
      <a:accent2>
        <a:srgbClr val="1C75BC"/>
      </a:accent2>
      <a:accent3>
        <a:srgbClr val="F15649"/>
      </a:accent3>
      <a:accent4>
        <a:srgbClr val="C18447"/>
      </a:accent4>
      <a:accent5>
        <a:srgbClr val="5F5F5F"/>
      </a:accent5>
      <a:accent6>
        <a:srgbClr val="F8DF4A"/>
      </a:accent6>
      <a:hlink>
        <a:srgbClr val="4BB9B4"/>
      </a:hlink>
      <a:folHlink>
        <a:srgbClr val="A6A6A6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Красный и оранжевый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853B240-7E0A-4DA4-935D-92C9F40518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32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Palatino Linotype</vt:lpstr>
      <vt:lpstr>Times New Roman</vt:lpstr>
      <vt:lpstr>Trebuchet MS</vt:lpstr>
      <vt:lpstr>Wingdings 3</vt:lpstr>
      <vt:lpstr>Аспект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bek bb</cp:lastModifiedBy>
  <cp:revision>2</cp:revision>
  <dcterms:created xsi:type="dcterms:W3CDTF">2023-01-17T16:19:16Z</dcterms:created>
  <dcterms:modified xsi:type="dcterms:W3CDTF">2025-09-21T02:50:37Z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TC028952649991</vt:lpwstr>
  </property>
</Properties>
</file>